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96" y="-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762B-3368-42F7-B6A7-D4CAE1AF33E4}" type="datetimeFigureOut">
              <a:rPr lang="es-AR" smtClean="0"/>
              <a:t>3/3/2025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CC702-D825-47A5-BFAB-EEFE83C0327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215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762B-3368-42F7-B6A7-D4CAE1AF33E4}" type="datetimeFigureOut">
              <a:rPr lang="es-AR" smtClean="0"/>
              <a:t>3/3/2025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CC702-D825-47A5-BFAB-EEFE83C0327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05306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762B-3368-42F7-B6A7-D4CAE1AF33E4}" type="datetimeFigureOut">
              <a:rPr lang="es-AR" smtClean="0"/>
              <a:t>3/3/2025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CC702-D825-47A5-BFAB-EEFE83C0327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383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762B-3368-42F7-B6A7-D4CAE1AF33E4}" type="datetimeFigureOut">
              <a:rPr lang="es-AR" smtClean="0"/>
              <a:t>3/3/2025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CC702-D825-47A5-BFAB-EEFE83C0327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4274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762B-3368-42F7-B6A7-D4CAE1AF33E4}" type="datetimeFigureOut">
              <a:rPr lang="es-AR" smtClean="0"/>
              <a:t>3/3/2025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CC702-D825-47A5-BFAB-EEFE83C0327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70264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762B-3368-42F7-B6A7-D4CAE1AF33E4}" type="datetimeFigureOut">
              <a:rPr lang="es-AR" smtClean="0"/>
              <a:t>3/3/2025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CC702-D825-47A5-BFAB-EEFE83C0327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3341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762B-3368-42F7-B6A7-D4CAE1AF33E4}" type="datetimeFigureOut">
              <a:rPr lang="es-AR" smtClean="0"/>
              <a:t>3/3/2025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CC702-D825-47A5-BFAB-EEFE83C0327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1534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762B-3368-42F7-B6A7-D4CAE1AF33E4}" type="datetimeFigureOut">
              <a:rPr lang="es-AR" smtClean="0"/>
              <a:t>3/3/2025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CC702-D825-47A5-BFAB-EEFE83C0327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0560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762B-3368-42F7-B6A7-D4CAE1AF33E4}" type="datetimeFigureOut">
              <a:rPr lang="es-AR" smtClean="0"/>
              <a:t>3/3/2025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CC702-D825-47A5-BFAB-EEFE83C0327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7776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762B-3368-42F7-B6A7-D4CAE1AF33E4}" type="datetimeFigureOut">
              <a:rPr lang="es-AR" smtClean="0"/>
              <a:t>3/3/2025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CC702-D825-47A5-BFAB-EEFE83C0327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1445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762B-3368-42F7-B6A7-D4CAE1AF33E4}" type="datetimeFigureOut">
              <a:rPr lang="es-AR" smtClean="0"/>
              <a:t>3/3/2025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CC702-D825-47A5-BFAB-EEFE83C0327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2696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0762B-3368-42F7-B6A7-D4CAE1AF33E4}" type="datetimeFigureOut">
              <a:rPr lang="es-AR" smtClean="0"/>
              <a:t>3/3/2025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CC702-D825-47A5-BFAB-EEFE83C0327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252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5DFDF76-3591-DF4A-C8E3-2F14D7919D6D}"/>
              </a:ext>
            </a:extLst>
          </p:cNvPr>
          <p:cNvSpPr/>
          <p:nvPr/>
        </p:nvSpPr>
        <p:spPr>
          <a:xfrm>
            <a:off x="1026160" y="807720"/>
            <a:ext cx="864000" cy="11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A5A4885-2926-F9D0-E4C8-E440B8E89BEE}"/>
              </a:ext>
            </a:extLst>
          </p:cNvPr>
          <p:cNvSpPr/>
          <p:nvPr/>
        </p:nvSpPr>
        <p:spPr>
          <a:xfrm>
            <a:off x="1044160" y="827550"/>
            <a:ext cx="828000" cy="2880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CC957BE-0975-C2E1-9E2F-B1F76720B20C}"/>
              </a:ext>
            </a:extLst>
          </p:cNvPr>
          <p:cNvSpPr/>
          <p:nvPr/>
        </p:nvSpPr>
        <p:spPr>
          <a:xfrm>
            <a:off x="1047335" y="1135525"/>
            <a:ext cx="828000" cy="2880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B29184B-0307-4234-BFEC-DBDED1314DF8}"/>
              </a:ext>
            </a:extLst>
          </p:cNvPr>
          <p:cNvSpPr/>
          <p:nvPr/>
        </p:nvSpPr>
        <p:spPr>
          <a:xfrm>
            <a:off x="1047335" y="1443500"/>
            <a:ext cx="828000" cy="2880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991254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0</Words>
  <Application>Microsoft Office PowerPoint</Application>
  <PresentationFormat>A4 (210 x 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Walter Gabriel Pirri</dc:creator>
  <cp:lastModifiedBy>Walter Gabriel Pirri</cp:lastModifiedBy>
  <cp:revision>1</cp:revision>
  <dcterms:created xsi:type="dcterms:W3CDTF">2025-03-03T21:03:43Z</dcterms:created>
  <dcterms:modified xsi:type="dcterms:W3CDTF">2025-03-03T21:10:08Z</dcterms:modified>
</cp:coreProperties>
</file>